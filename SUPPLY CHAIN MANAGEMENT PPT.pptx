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1823" y="2356022"/>
            <a:ext cx="7900544" cy="1894702"/>
          </a:xfrm>
        </p:spPr>
        <p:txBody>
          <a:bodyPr/>
          <a:lstStyle/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SUPPLY CHAIN MANAGEMENT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879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794" y="345989"/>
            <a:ext cx="8516093" cy="823784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dirty="0" smtClean="0">
                <a:latin typeface="Algerian" panose="04020705040A02060702" pitchFamily="82" charset="0"/>
              </a:rPr>
              <a:t>TODAY’S AGENDA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9234" y="1285103"/>
            <a:ext cx="4341340" cy="470380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GROUP DETAILS </a:t>
            </a:r>
          </a:p>
          <a:p>
            <a:r>
              <a:rPr lang="en-US" sz="2400" dirty="0" smtClean="0"/>
              <a:t>SUMMARY OF THE PROJECT</a:t>
            </a:r>
          </a:p>
          <a:p>
            <a:r>
              <a:rPr lang="en-US" sz="2400" dirty="0" smtClean="0"/>
              <a:t>KPI LIST </a:t>
            </a:r>
          </a:p>
          <a:p>
            <a:r>
              <a:rPr lang="en-US" sz="2400" dirty="0" smtClean="0"/>
              <a:t>EXCEL DASHBOARD</a:t>
            </a:r>
          </a:p>
          <a:p>
            <a:r>
              <a:rPr lang="en-US" sz="2400" dirty="0" smtClean="0"/>
              <a:t>TABLEAU DASHBOARD</a:t>
            </a:r>
          </a:p>
          <a:p>
            <a:r>
              <a:rPr lang="en-US" sz="2400" dirty="0" smtClean="0"/>
              <a:t>POWERBI DASHBOARD </a:t>
            </a:r>
          </a:p>
          <a:p>
            <a:r>
              <a:rPr lang="en-US" sz="2400" dirty="0" smtClean="0"/>
              <a:t>SQL </a:t>
            </a:r>
          </a:p>
          <a:p>
            <a:r>
              <a:rPr lang="en-US" sz="2400" dirty="0" smtClean="0"/>
              <a:t>SUGGESTIONS</a:t>
            </a:r>
          </a:p>
          <a:p>
            <a:r>
              <a:rPr lang="en-US" sz="2400" dirty="0" smtClean="0"/>
              <a:t>KEY TAKE AWAY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874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2"/>
            <a:ext cx="8596668" cy="74964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Algerian" panose="04020705040A02060702" pitchFamily="82" charset="0"/>
              </a:rPr>
              <a:t>GROUP DETAILS 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5134" y="1598141"/>
            <a:ext cx="4399007" cy="3888259"/>
          </a:xfrm>
        </p:spPr>
        <p:txBody>
          <a:bodyPr>
            <a:normAutofit/>
          </a:bodyPr>
          <a:lstStyle/>
          <a:p>
            <a:r>
              <a:rPr lang="en-US" sz="3200" dirty="0"/>
              <a:t>SUMA </a:t>
            </a:r>
          </a:p>
          <a:p>
            <a:r>
              <a:rPr lang="en-US" sz="3200" dirty="0" smtClean="0"/>
              <a:t>RUTHVIK</a:t>
            </a:r>
            <a:endParaRPr lang="en-US" sz="3200" dirty="0" smtClean="0"/>
          </a:p>
          <a:p>
            <a:r>
              <a:rPr lang="en-US" sz="3200" dirty="0" smtClean="0"/>
              <a:t>SAKSHI</a:t>
            </a:r>
            <a:endParaRPr lang="en-US" sz="3200" dirty="0" smtClean="0"/>
          </a:p>
          <a:p>
            <a:r>
              <a:rPr lang="en-US" sz="3200" dirty="0" smtClean="0"/>
              <a:t>RASAMAI</a:t>
            </a:r>
          </a:p>
          <a:p>
            <a:r>
              <a:rPr lang="en-US" sz="3200" dirty="0" smtClean="0"/>
              <a:t>RAJESH</a:t>
            </a:r>
          </a:p>
          <a:p>
            <a:r>
              <a:rPr lang="en-US" sz="3200" dirty="0" smtClean="0"/>
              <a:t>SANDEEP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4475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14184"/>
            <a:ext cx="7768738" cy="906162"/>
          </a:xfrm>
        </p:spPr>
        <p:txBody>
          <a:bodyPr/>
          <a:lstStyle/>
          <a:p>
            <a:pPr algn="ctr"/>
            <a:r>
              <a:rPr lang="en-US" sz="4400" dirty="0" smtClean="0">
                <a:latin typeface="Algerian" panose="04020705040A02060702" pitchFamily="82" charset="0"/>
              </a:rPr>
              <a:t>SUMMARY OF THE PROJECT 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168" y="1227438"/>
            <a:ext cx="8542637" cy="5288691"/>
          </a:xfrm>
        </p:spPr>
        <p:txBody>
          <a:bodyPr>
            <a:normAutofit fontScale="92500"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The analysis highlights total sales of 388.13M across multiple states, covering 1,900+ inventory items with an inventory value of 222K+.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Sales demonstrated consistent growth from 2019 to 2022, followed by a noticeable dip in 2023, indicating either partial-year data or a performance shift.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The West region emerges as the top revenue contributor, with strong state-level performance driving overall growth.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Among product categories, Arts &amp; Entertainment leads sales, while Mobiles and Computers contribute comparatively lower revenue.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Debit transactions dominate the purchase methods, accounting for the highest share of total sales.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Store-level analysis shows a few high-performing stores significantly contributing to overall revenue, indicating opportunities for benchmarking best practices.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Business recommendation: Optimize stock by reducing overstocked items and improving availability of high-demand products to drive consistent year-over-year growth.</a:t>
            </a:r>
          </a:p>
        </p:txBody>
      </p:sp>
    </p:spTree>
    <p:extLst>
      <p:ext uri="{BB962C8B-B14F-4D97-AF65-F5344CB8AC3E}">
        <p14:creationId xmlns:p14="http://schemas.microsoft.com/office/powerpoint/2010/main" val="422591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48" y="329513"/>
            <a:ext cx="9092770" cy="782595"/>
          </a:xfrm>
        </p:spPr>
        <p:txBody>
          <a:bodyPr/>
          <a:lstStyle/>
          <a:p>
            <a:pPr algn="ctr"/>
            <a:r>
              <a:rPr lang="en-US" dirty="0" smtClean="0">
                <a:latin typeface="Algerian" panose="04020705040A02060702" pitchFamily="82" charset="0"/>
              </a:rPr>
              <a:t>KEY PERFORMANCE INDICATORS LIST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1923" y="1509800"/>
            <a:ext cx="4983892" cy="497337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TOTAL SALES(MTD,QTD,YTD)</a:t>
            </a:r>
          </a:p>
          <a:p>
            <a:r>
              <a:rPr lang="en-US" sz="2400" dirty="0" smtClean="0"/>
              <a:t>PRODUCT WISE SALES </a:t>
            </a:r>
          </a:p>
          <a:p>
            <a:r>
              <a:rPr lang="en-US" sz="2400" dirty="0" smtClean="0"/>
              <a:t>SALES GROWTH</a:t>
            </a:r>
          </a:p>
          <a:p>
            <a:r>
              <a:rPr lang="en-US" sz="2400" dirty="0" smtClean="0"/>
              <a:t>DAILY SALES GROWTH </a:t>
            </a:r>
          </a:p>
          <a:p>
            <a:r>
              <a:rPr lang="en-US" sz="2400" dirty="0" smtClean="0"/>
              <a:t>STATE WISE SALES </a:t>
            </a:r>
          </a:p>
          <a:p>
            <a:r>
              <a:rPr lang="en-US" sz="2400" dirty="0" smtClean="0"/>
              <a:t>TOP 5 STORES WISE SALES</a:t>
            </a:r>
          </a:p>
          <a:p>
            <a:r>
              <a:rPr lang="en-US" sz="2400" dirty="0" smtClean="0"/>
              <a:t>REGION WISE SALES</a:t>
            </a:r>
          </a:p>
          <a:p>
            <a:r>
              <a:rPr lang="en-US" sz="2400" dirty="0" smtClean="0"/>
              <a:t>TOTAL INVENTORY </a:t>
            </a:r>
          </a:p>
          <a:p>
            <a:r>
              <a:rPr lang="en-US" sz="2400" dirty="0" smtClean="0"/>
              <a:t>PURCHASE METHOD WISE SALES </a:t>
            </a:r>
            <a:endParaRPr lang="en-US" sz="2400" dirty="0"/>
          </a:p>
          <a:p>
            <a:r>
              <a:rPr lang="en-US" sz="2400" dirty="0" smtClean="0"/>
              <a:t>INVENTORY VALUE</a:t>
            </a:r>
          </a:p>
        </p:txBody>
      </p:sp>
    </p:spTree>
    <p:extLst>
      <p:ext uri="{BB962C8B-B14F-4D97-AF65-F5344CB8AC3E}">
        <p14:creationId xmlns:p14="http://schemas.microsoft.com/office/powerpoint/2010/main" val="189225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027" y="115329"/>
            <a:ext cx="11327027" cy="6178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POWER BI DASHBOARD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6162"/>
            <a:ext cx="12209005" cy="595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9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23" y="123569"/>
            <a:ext cx="8516093" cy="864973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EXCEL DASHBOARD</a:t>
            </a:r>
            <a:endParaRPr lang="en-US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5632"/>
            <a:ext cx="12192000" cy="57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1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879" y="65903"/>
            <a:ext cx="8178342" cy="864973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TABLEAU DASHBOARD</a:t>
            </a:r>
            <a:endParaRPr lang="en-US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016"/>
            <a:ext cx="12192001" cy="585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5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881"/>
            <a:ext cx="12192000" cy="610011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079" y="0"/>
            <a:ext cx="8820893" cy="955589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SQL SCRIPT FILE </a:t>
            </a:r>
            <a:endParaRPr lang="en-US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8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07" y="0"/>
            <a:ext cx="8474904" cy="930876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SUGGESTIONS</a:t>
            </a:r>
            <a:endParaRPr lang="en-US" sz="4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89471" y="856735"/>
            <a:ext cx="9341708" cy="580767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Focus on High-Performing </a:t>
            </a:r>
            <a:r>
              <a:rPr lang="en-US" b="1" dirty="0" smtClean="0"/>
              <a:t>Regions</a:t>
            </a:r>
          </a:p>
          <a:p>
            <a:pPr marL="400050" lvl="1" indent="0">
              <a:buNone/>
            </a:pPr>
            <a:r>
              <a:rPr lang="en-US" dirty="0" smtClean="0"/>
              <a:t>Since the West region and California show strong sales performance, increase marketing   investment and inventory availability in these areas to maximize revenue growth.</a:t>
            </a:r>
            <a:endParaRPr lang="en-US" dirty="0"/>
          </a:p>
          <a:p>
            <a:r>
              <a:rPr lang="en-US" b="1" dirty="0"/>
              <a:t>Improve Low-Performing Stores</a:t>
            </a:r>
          </a:p>
          <a:p>
            <a:pPr marL="400050" lvl="1" indent="0">
              <a:buNone/>
            </a:pPr>
            <a:r>
              <a:rPr lang="en-US" dirty="0" smtClean="0"/>
              <a:t>New York </a:t>
            </a:r>
            <a:r>
              <a:rPr lang="en-US" dirty="0"/>
              <a:t>and other low-performing stores require performance review. Implement targeted promotions, local marketing strategies, and demand-based stocking to improve sales.</a:t>
            </a:r>
          </a:p>
          <a:p>
            <a:r>
              <a:rPr lang="en-US" b="1" dirty="0"/>
              <a:t> Optimize Product Mix</a:t>
            </a:r>
          </a:p>
          <a:p>
            <a:pPr marL="400050" lvl="1" indent="0">
              <a:buNone/>
            </a:pPr>
            <a:r>
              <a:rPr lang="en-US" dirty="0"/>
              <a:t>Entertainment products drive the highest revenue, while Mobiles show comparatively lower performance. Adjust product assortment and promotional focus to balance category contribution.</a:t>
            </a:r>
          </a:p>
          <a:p>
            <a:r>
              <a:rPr lang="en-US" b="1" dirty="0"/>
              <a:t>Strengthen Inventory Control</a:t>
            </a:r>
          </a:p>
          <a:p>
            <a:pPr marL="400050" lvl="1" indent="0">
              <a:buNone/>
            </a:pPr>
            <a:r>
              <a:rPr lang="en-US" dirty="0"/>
              <a:t>Maintain optimal stock levels by reducing overstocked products and preventing </a:t>
            </a:r>
            <a:r>
              <a:rPr lang="en-US" dirty="0" err="1"/>
              <a:t>stockouts</a:t>
            </a:r>
            <a:r>
              <a:rPr lang="en-US" dirty="0"/>
              <a:t> of high-demand items to improve inventory turnover.</a:t>
            </a:r>
          </a:p>
          <a:p>
            <a:r>
              <a:rPr lang="en-US" dirty="0"/>
              <a:t> </a:t>
            </a:r>
            <a:r>
              <a:rPr lang="en-US" b="1" dirty="0"/>
              <a:t>Monitor Sales Trends Regularly</a:t>
            </a:r>
          </a:p>
          <a:p>
            <a:pPr marL="400050" lvl="1" indent="0">
              <a:buNone/>
            </a:pPr>
            <a:r>
              <a:rPr lang="en-US" dirty="0"/>
              <a:t>Track MTD, QTD, and YTD sales consistently to quickly identify seasonal changes and adjust pricing or promotional strategies accordingly.</a:t>
            </a:r>
          </a:p>
          <a:p>
            <a:r>
              <a:rPr lang="en-US" b="1" dirty="0"/>
              <a:t> Replicate Best Store Practices</a:t>
            </a:r>
          </a:p>
          <a:p>
            <a:pPr marL="400050" lvl="1" indent="0">
              <a:buNone/>
            </a:pPr>
            <a:r>
              <a:rPr lang="en-US" dirty="0"/>
              <a:t>Analyze strategies used by Woodland store (top performer) and implement similar operational practices in underperforming stores.</a:t>
            </a:r>
          </a:p>
        </p:txBody>
      </p:sp>
    </p:spTree>
    <p:extLst>
      <p:ext uri="{BB962C8B-B14F-4D97-AF65-F5344CB8AC3E}">
        <p14:creationId xmlns:p14="http://schemas.microsoft.com/office/powerpoint/2010/main" val="19591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148281"/>
            <a:ext cx="8705563" cy="1161535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KEY TAKEAWAY</a:t>
            </a:r>
            <a:endParaRPr lang="en-US" sz="5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309817"/>
            <a:ext cx="10058400" cy="42424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This project demonstrates how data-driven insights can improve sales visibility, inventory control, and regional performance tracking</a:t>
            </a:r>
            <a:r>
              <a:rPr lang="en-US" sz="2000" dirty="0" smtClean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dashboard enables stakeholders to</a:t>
            </a:r>
            <a:r>
              <a:rPr lang="en-US" sz="2000" dirty="0" smtClean="0"/>
              <a:t>:</a:t>
            </a:r>
          </a:p>
          <a:p>
            <a:r>
              <a:rPr lang="en-US" sz="2000" dirty="0"/>
              <a:t>Monitor sales trends across time (MTD, QTD, YTD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/>
              <a:t>Identify high- and low-performing products and </a:t>
            </a:r>
            <a:r>
              <a:rPr lang="en-US" sz="2000" dirty="0" smtClean="0"/>
              <a:t>regions</a:t>
            </a:r>
            <a:endParaRPr lang="en-US" sz="2000" dirty="0"/>
          </a:p>
          <a:p>
            <a:r>
              <a:rPr lang="en-US" sz="2000" dirty="0"/>
              <a:t>Optimize inventory levels to reduce stock </a:t>
            </a:r>
            <a:r>
              <a:rPr lang="en-US" sz="2000" dirty="0" smtClean="0"/>
              <a:t>issues</a:t>
            </a:r>
            <a:endParaRPr lang="en-US" sz="2000" dirty="0"/>
          </a:p>
          <a:p>
            <a:r>
              <a:rPr lang="en-US" sz="2000" dirty="0"/>
              <a:t>Make informed decisions based on real-time performance </a:t>
            </a:r>
            <a:r>
              <a:rPr lang="en-US" sz="2000" dirty="0" smtClean="0"/>
              <a:t>insights</a:t>
            </a:r>
          </a:p>
          <a:p>
            <a:r>
              <a:rPr lang="en-US" sz="2000" dirty="0"/>
              <a:t>Overall, the solution supports smarter supply chain planning and sustainable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118130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172" y="2636108"/>
            <a:ext cx="8596668" cy="1576173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THANK YOU </a:t>
            </a:r>
            <a:endParaRPr lang="en-US" sz="48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1136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</TotalTime>
  <Words>461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Trebuchet MS</vt:lpstr>
      <vt:lpstr>Wingdings</vt:lpstr>
      <vt:lpstr>Wingdings 3</vt:lpstr>
      <vt:lpstr>Facet</vt:lpstr>
      <vt:lpstr>SUPPLY CHAIN MANAGEMENT </vt:lpstr>
      <vt:lpstr> TODAY’S AGENDA</vt:lpstr>
      <vt:lpstr>GROUP DETAILS </vt:lpstr>
      <vt:lpstr>SUMMARY OF THE PROJECT </vt:lpstr>
      <vt:lpstr>KEY PERFORMANCE INDICATORS LIST</vt:lpstr>
      <vt:lpstr>POWER BI DASHBOARD  </vt:lpstr>
      <vt:lpstr>EXCEL DASHBOARD</vt:lpstr>
      <vt:lpstr>TABLEAU DASHBOARD</vt:lpstr>
      <vt:lpstr>SQL SCRIPT FILE </vt:lpstr>
      <vt:lpstr>SUGGESTIONS</vt:lpstr>
      <vt:lpstr>KEY TAKEAWAY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 MANAGEMENT</dc:title>
  <dc:creator>user</dc:creator>
  <cp:lastModifiedBy>user</cp:lastModifiedBy>
  <cp:revision>14</cp:revision>
  <dcterms:created xsi:type="dcterms:W3CDTF">2026-02-26T10:44:21Z</dcterms:created>
  <dcterms:modified xsi:type="dcterms:W3CDTF">2026-02-27T14:24:18Z</dcterms:modified>
</cp:coreProperties>
</file>